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Methodology — Deterministic Banking Analyser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8288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56578"/>
                </a:solidFill>
                <a:latin typeface="Calibri"/>
              </a:rPr>
              <a:t>Two ways to read a customer's banking — prompt a large general model, or build an internal Kotak agent. We chose the internal route: for credit risk, determinism beats raw intelligence.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0972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Banking Analyser  ·  Internal Transaction Tagger  ·  Determinism &gt;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2468880" cy="100584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98448"/>
            <a:ext cx="2468880" cy="54864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444751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B3A6B"/>
                </a:solidFill>
                <a:latin typeface="Calibri"/>
              </a:rPr>
              <a:t>Raw Bank &amp; UPI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847088"/>
            <a:ext cx="21762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56578"/>
                </a:solidFill>
                <a:latin typeface="Calibri"/>
              </a:rPr>
              <a:t>Noisy, non-standard, generic descriptions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6704" y="1298448"/>
            <a:ext cx="2468880" cy="100584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1298448"/>
            <a:ext cx="2468880" cy="54864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1444751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B3A6B"/>
                </a:solidFill>
                <a:latin typeface="Calibri"/>
              </a:rPr>
              <a:t>Internal Transaction Tagger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1847088"/>
            <a:ext cx="21762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56578"/>
                </a:solidFill>
                <a:latin typeface="Calibri"/>
              </a:rPr>
              <a:t>Kotak dictionary classifies every txn into a defined 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1298448"/>
            <a:ext cx="2468880" cy="100584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3368" y="1298448"/>
            <a:ext cx="2468880" cy="54864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444751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B3A6B"/>
                </a:solidFill>
                <a:latin typeface="Calibri"/>
              </a:rPr>
              <a:t>Deterministic Features &amp; 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1847088"/>
            <a:ext cx="21762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56578"/>
                </a:solidFill>
                <a:latin typeface="Calibri"/>
              </a:rPr>
              <a:t>Every number computed in code — never by the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00032" y="1298448"/>
            <a:ext cx="2468880" cy="100584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00032" y="1298448"/>
            <a:ext cx="2468880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6336" y="1444751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B3A6B"/>
                </a:solidFill>
                <a:latin typeface="Calibri"/>
              </a:rPr>
              <a:t>AI Narration →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1847088"/>
            <a:ext cx="21762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56578"/>
                </a:solidFill>
                <a:latin typeface="Calibri"/>
              </a:rPr>
              <a:t>Model narrates the facts only; invents nothing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862072" y="1673352"/>
            <a:ext cx="411480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888736" y="1673352"/>
            <a:ext cx="411480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915400" y="1673352"/>
            <a:ext cx="411480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414016"/>
            <a:ext cx="5669280" cy="391363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2414016"/>
            <a:ext cx="5669280" cy="640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" y="2551176"/>
            <a:ext cx="52669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Calibri"/>
              </a:rPr>
              <a:t>THE 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2999232"/>
            <a:ext cx="52669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500" b="1">
                <a:solidFill>
                  <a:srgbClr val="1B3A6B"/>
                </a:solidFill>
                <a:latin typeface="Calibri"/>
              </a:rPr>
              <a:t>Why banking transactions are hard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" y="3584448"/>
            <a:ext cx="5266944" cy="2587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Non-standard &amp; variable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Similar-looking txns can mean different things across banks.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UPI made it worse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Merchant descriptions are generic, with no standard remarks.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Constant churn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New merchants and naming variants keep appearing.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Gaming the system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Fabricated 'salary' credits engineered to look genuine.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0488" y="2414016"/>
            <a:ext cx="5669280" cy="391363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2414016"/>
            <a:ext cx="5669280" cy="640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5" y="2551176"/>
            <a:ext cx="52669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8860B"/>
                </a:solidFill>
                <a:latin typeface="Calibri"/>
              </a:rPr>
              <a:t>THE 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5" y="2999232"/>
            <a:ext cx="52669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500" b="1">
                <a:solidFill>
                  <a:srgbClr val="1B3A6B"/>
                </a:solidFill>
                <a:latin typeface="Calibri"/>
              </a:rPr>
              <a:t>An internal, deterministic tagger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5" y="3584448"/>
            <a:ext cx="5266944" cy="2587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B8860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Internal tagger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A Kotak classifier assigns every txn to a defined class.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B8860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Class reveals behaviour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The transaction class surfaces true customer behaviour.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B8860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Sharper decisions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The basis for a better offer and optimal customer selection.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B8860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Risk = determinism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Features and facts computed in code — never decided by the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02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Methodology — Trustworthy Narration, Auditability &amp;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8288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56578"/>
                </a:solidFill>
                <a:latin typeface="Calibri"/>
              </a:rPr>
              <a:t>The model only narrates pre-computed facts — and even that narration is constrained, reproducible, and fully governed.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0972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Reproducible by design  ·  Self-hosted in the Model Gateway  ·  Full-chain RCA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5669280" cy="4882896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335024"/>
            <a:ext cx="5669280" cy="640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1472184"/>
            <a:ext cx="52669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Calibri"/>
              </a:rPr>
              <a:t>THE AI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1920240"/>
            <a:ext cx="52669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500" b="1">
                <a:solidFill>
                  <a:srgbClr val="1B3A6B"/>
                </a:solidFill>
                <a:latin typeface="Calibri"/>
              </a:rPr>
              <a:t>Why AI summaries can't be trusted blind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505456"/>
            <a:ext cx="5266944" cy="3557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Hallucination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Claims a ₹72,000 salary that never appears in the customer's data.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Verbosity swings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Too much or too little English, with an inconsistent register.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Generic adjectives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Vague filler language — a symptom of a smaller local model's limited power.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Hard to audit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Free-form prose hides how a conclusion was actually reached.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1335024"/>
            <a:ext cx="5669280" cy="4882896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335024"/>
            <a:ext cx="5669280" cy="64008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1472184"/>
            <a:ext cx="52669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75BAD"/>
                </a:solidFill>
                <a:latin typeface="Calibri"/>
              </a:rPr>
              <a:t>AUDITABILITY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1920240"/>
            <a:ext cx="52669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500" b="1">
                <a:solidFill>
                  <a:srgbClr val="1B3A6B"/>
                </a:solidFill>
                <a:latin typeface="Calibri"/>
              </a:rPr>
              <a:t>Deterministic, reproducible, governed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2505456"/>
            <a:ext cx="5266944" cy="3557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275BAD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Identical every run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Same input, same report every time — a core agent challenge, solved by determinism.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275BAD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Self-hosted models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Open-source models run in a closed, secured environment: the 'Model Gateway'.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275BAD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Full-chain RCA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As the developers, we can trace the entire chain of decisions end-to-end.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275BAD"/>
                </a:solidFill>
                <a:latin typeface="Calibri"/>
              </a:rPr>
              <a:t>•  </a:t>
            </a:r>
            <a:r>
              <a:rPr sz="1500" b="1">
                <a:solidFill>
                  <a:srgbClr val="1B3A6B"/>
                </a:solidFill>
                <a:latin typeface="Calibri"/>
              </a:rPr>
              <a:t>Beyond closed APIs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250" b="0">
                <a:solidFill>
                  <a:srgbClr val="556578"/>
                </a:solidFill>
                <a:latin typeface="Calibri"/>
              </a:rPr>
              <a:t>Transparency a third-party black-box API simply cannot provide.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